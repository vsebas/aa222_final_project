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A4 竖版单页招募单(左右两栏版)。需要发起人自行替换的内容:
1) 右栏两张头像卡的［头像］与［姓名］—— 换成圆形照片和真名;
2) 联系卡的［微信二维码］［填入微信号］［填入邮箱］;
3) 品牌名(目前全页未出现,可加在页首小字或页尾)。
配色:深墨绿 1E3227 / 纸色 F4F2EC / 卡片 E9E7DE / 金 C79A3E。字体只用思源宋体与思源黑体。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240280"/>
          </a:xfrm>
          <a:prstGeom prst="rect">
            <a:avLst/>
          </a:prstGeom>
          <a:solidFill>
            <a:srgbClr val="1E3227"/>
          </a:solidFill>
          <a:ln w="12700">
            <a:solidFill>
              <a:srgbClr val="1E3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64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40" kern="0" dirty="0">
                <a:solidFill>
                  <a:srgbClr val="C79A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上海首店 · 诚邀餐饮主理人合伙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F4F2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不是一家新的餐厅,</a:t>
            </a:r>
            <a:endParaRPr lang="en-US" sz="2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F4F2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而是一种新的餐厅.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92808"/>
            <a:ext cx="502920" cy="10973"/>
          </a:xfrm>
          <a:prstGeom prst="rect">
            <a:avLst/>
          </a:prstGeom>
          <a:solidFill>
            <a:srgbClr val="C79A3E"/>
          </a:solidFill>
          <a:ln w="12700">
            <a:solidFill>
              <a:srgbClr val="C79A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1833372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D6D9D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上海 ·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16168" y="676656"/>
            <a:ext cx="877824" cy="877824"/>
          </a:xfrm>
          <a:prstGeom prst="ellipse">
            <a:avLst/>
          </a:prstGeom>
          <a:ln w="9525">
            <a:solidFill>
              <a:srgbClr val="C79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7074" y="628650"/>
            <a:ext cx="96012" cy="96012"/>
          </a:xfrm>
          <a:prstGeom prst="ellipse">
            <a:avLst/>
          </a:prstGeom>
          <a:solidFill>
            <a:srgbClr val="C79A3E"/>
          </a:solidFill>
          <a:ln w="3175">
            <a:solidFill>
              <a:srgbClr val="C79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87172" y="848106"/>
            <a:ext cx="96012" cy="96012"/>
          </a:xfrm>
          <a:prstGeom prst="ellipse">
            <a:avLst/>
          </a:prstGeom>
          <a:solidFill>
            <a:srgbClr val="C79A3E"/>
          </a:solidFill>
          <a:ln w="3175">
            <a:solidFill>
              <a:srgbClr val="C79A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87172" y="1287018"/>
            <a:ext cx="96012" cy="96012"/>
          </a:xfrm>
          <a:prstGeom prst="ellipse">
            <a:avLst/>
          </a:prstGeom>
          <a:solidFill>
            <a:srgbClr val="C79A3E"/>
          </a:solidFill>
          <a:ln w="3175">
            <a:solidFill>
              <a:srgbClr val="C79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7074" y="1506474"/>
            <a:ext cx="96012" cy="96012"/>
          </a:xfrm>
          <a:prstGeom prst="ellipse">
            <a:avLst/>
          </a:prstGeom>
          <a:solidFill>
            <a:srgbClr val="C79A3E"/>
          </a:solidFill>
          <a:ln w="3175">
            <a:solidFill>
              <a:srgbClr val="C79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26976" y="1287018"/>
            <a:ext cx="96012" cy="96012"/>
          </a:xfrm>
          <a:prstGeom prst="ellipse">
            <a:avLst/>
          </a:prstGeom>
          <a:solidFill>
            <a:srgbClr val="C79A3E"/>
          </a:solidFill>
          <a:ln w="3175">
            <a:solidFill>
              <a:srgbClr val="C79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26976" y="848106"/>
            <a:ext cx="96012" cy="96012"/>
          </a:xfrm>
          <a:prstGeom prst="ellipse">
            <a:avLst/>
          </a:prstGeom>
          <a:solidFill>
            <a:srgbClr val="C79A3E"/>
          </a:solidFill>
          <a:ln w="3175">
            <a:solidFill>
              <a:srgbClr val="C79A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51281" y="1064768"/>
            <a:ext cx="807598" cy="15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F2E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六人一桌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5603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你好,同在上海的你!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626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以兴趣话题为纽带,连接城市里的个人。</a:t>
            </a:r>
            <a:endParaRPr lang="en-US" sz="10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2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告别屏幕,重建真诚有趣的面对面陌生人社交。</a:t>
            </a:r>
            <a:endParaRPr lang="en-US" sz="102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136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这对门店意味着什么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411980"/>
            <a:ext cx="77724" cy="77724"/>
          </a:xfrm>
          <a:prstGeom prst="ellipse">
            <a:avLst/>
          </a:prstGeom>
          <a:solidFill>
            <a:srgbClr val="C79A3E"/>
          </a:solidFill>
          <a:ln w="12700">
            <a:solidFill>
              <a:srgbClr val="C79A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" y="43525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E3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固定的出餐结构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670048" y="4411980"/>
            <a:ext cx="77724" cy="77724"/>
          </a:xfrm>
          <a:prstGeom prst="ellipse">
            <a:avLst/>
          </a:prstGeom>
          <a:solidFill>
            <a:srgbClr val="C79A3E"/>
          </a:solidFill>
          <a:ln w="12700">
            <a:solidFill>
              <a:srgbClr val="C79A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43784" y="43525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E3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可预测的上座情况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796028"/>
            <a:ext cx="77724" cy="77724"/>
          </a:xfrm>
          <a:prstGeom prst="ellipse">
            <a:avLst/>
          </a:prstGeom>
          <a:solidFill>
            <a:srgbClr val="C79A3E"/>
          </a:solidFill>
          <a:ln w="12700">
            <a:solidFill>
              <a:srgbClr val="C79A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" y="47365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E3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以内容为导向的客流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2670048" y="4796028"/>
            <a:ext cx="77724" cy="77724"/>
          </a:xfrm>
          <a:prstGeom prst="ellipse">
            <a:avLst/>
          </a:prstGeom>
          <a:solidFill>
            <a:srgbClr val="C79A3E"/>
          </a:solidFill>
          <a:ln w="12700">
            <a:solidFill>
              <a:srgbClr val="C79A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43784" y="473659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E3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可扩张的商业模式</a:t>
            </a:r>
            <a:endParaRPr lang="en-US" sz="108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468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我们在找的人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972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一位有实际开店经验的餐饮主理人,与我们共同落地第一家店。您负责餐饮的基础设施,我们负责将这家餐厅变得独一无二。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48640" y="6345936"/>
            <a:ext cx="1938528" cy="1517904"/>
          </a:xfrm>
          <a:prstGeom prst="rect">
            <a:avLst/>
          </a:prstGeom>
          <a:solidFill>
            <a:srgbClr val="E9E7DE"/>
          </a:solidFill>
          <a:ln w="12700">
            <a:solidFill>
              <a:srgbClr val="E9E7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" y="64739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79A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门店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722376" y="6647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主理人负责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22376" y="6967728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餐厅资质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" y="7182612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厨师团队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" y="7397496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餐食供应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79192" y="6345936"/>
            <a:ext cx="1938528" cy="1517904"/>
          </a:xfrm>
          <a:prstGeom prst="rect">
            <a:avLst/>
          </a:prstGeom>
          <a:solidFill>
            <a:srgbClr val="E9E7DE"/>
          </a:solidFill>
          <a:ln w="12700">
            <a:solidFill>
              <a:srgbClr val="E9E7D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52928" y="647395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79A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2852928" y="6647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我们负责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2852928" y="6967728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品牌、内容与传播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852928" y="7182612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话题策划与选座系统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852928" y="7397496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预订、会员与社群运营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2852928" y="7612380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空间叙事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940003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第一步,只是坐下来聊一小时:</a:t>
            </a:r>
            <a:endParaRPr lang="en-US" sz="13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不谈合同,先谈这家店该长什么样。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4892040" y="25603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关于发起人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92040" y="2944368"/>
            <a:ext cx="2121408" cy="1188720"/>
          </a:xfrm>
          <a:prstGeom prst="rect">
            <a:avLst/>
          </a:prstGeom>
          <a:solidFill>
            <a:srgbClr val="E9E7DE"/>
          </a:solidFill>
          <a:ln w="12700">
            <a:solidFill>
              <a:srgbClr val="E9E7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47488" y="3136392"/>
            <a:ext cx="804672" cy="804672"/>
          </a:xfrm>
          <a:prstGeom prst="ellipse">
            <a:avLst/>
          </a:prstGeom>
          <a:solidFill>
            <a:srgbClr val="F4F2EC"/>
          </a:solidFill>
          <a:ln w="9525">
            <a:solidFill>
              <a:srgbClr val="C79A3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84064" y="34747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［头像］</a:t>
            </a:r>
            <a:endParaRPr lang="en-US" sz="650" dirty="0"/>
          </a:p>
        </p:txBody>
      </p:sp>
      <p:sp>
        <p:nvSpPr>
          <p:cNvPr id="46" name="Text 44"/>
          <p:cNvSpPr txBox="1"/>
          <p:nvPr/>
        </p:nvSpPr>
        <p:spPr>
          <a:xfrm>
            <a:off x="5934456" y="323697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［姓名］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934456" y="349300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spc="160" kern="0" dirty="0">
                <a:solidFill>
                  <a:srgbClr val="C79A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哈佛大学</a:t>
            </a:r>
            <a:endParaRPr lang="en-US" sz="740" dirty="0"/>
          </a:p>
        </p:txBody>
      </p:sp>
      <p:sp>
        <p:nvSpPr>
          <p:cNvPr id="48" name="Text 46"/>
          <p:cNvSpPr txBox="1"/>
          <p:nvPr/>
        </p:nvSpPr>
        <p:spPr>
          <a:xfrm>
            <a:off x="5934456" y="367588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产品与工程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892040" y="4279392"/>
            <a:ext cx="2121408" cy="1188720"/>
          </a:xfrm>
          <a:prstGeom prst="rect">
            <a:avLst/>
          </a:prstGeom>
          <a:solidFill>
            <a:srgbClr val="E9E7DE"/>
          </a:solidFill>
          <a:ln w="12700">
            <a:solidFill>
              <a:srgbClr val="E9E7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47488" y="4471416"/>
            <a:ext cx="804672" cy="804672"/>
          </a:xfrm>
          <a:prstGeom prst="ellipse">
            <a:avLst/>
          </a:prstGeom>
          <a:solidFill>
            <a:srgbClr val="F4F2EC"/>
          </a:solidFill>
          <a:ln w="9525">
            <a:solidFill>
              <a:srgbClr val="C79A3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084064" y="480974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［头像］</a:t>
            </a:r>
            <a:endParaRPr lang="en-US" sz="650" dirty="0"/>
          </a:p>
        </p:txBody>
      </p:sp>
      <p:sp>
        <p:nvSpPr>
          <p:cNvPr id="52" name="Text 50"/>
          <p:cNvSpPr txBox="1"/>
          <p:nvPr/>
        </p:nvSpPr>
        <p:spPr>
          <a:xfrm>
            <a:off x="5934456" y="457200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22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［姓名］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934456" y="4828032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spc="160" kern="0" dirty="0">
                <a:solidFill>
                  <a:srgbClr val="C79A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斯坦福大学</a:t>
            </a:r>
            <a:endParaRPr lang="en-US" sz="740" dirty="0"/>
          </a:p>
        </p:txBody>
      </p:sp>
      <p:sp>
        <p:nvSpPr>
          <p:cNvPr id="54" name="Text 52"/>
          <p:cNvSpPr txBox="1"/>
          <p:nvPr/>
        </p:nvSpPr>
        <p:spPr>
          <a:xfrm>
            <a:off x="5934456" y="501091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品牌与内容</a:t>
            </a:r>
            <a:endParaRPr lang="en-US" sz="880" dirty="0"/>
          </a:p>
        </p:txBody>
      </p:sp>
      <p:sp>
        <p:nvSpPr>
          <p:cNvPr id="55" name="Text 53"/>
          <p:cNvSpPr txBox="1"/>
          <p:nvPr/>
        </p:nvSpPr>
        <p:spPr>
          <a:xfrm>
            <a:off x="4892040" y="5614416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88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开店的事我们没做过,也不打算假装做过。我们能带来的是内容、话题,和把人聚到同一张桌子上的方法。剩下的,需要一位真正懂店的人。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4892040" y="8275320"/>
            <a:ext cx="2121408" cy="1737360"/>
          </a:xfrm>
          <a:prstGeom prst="rect">
            <a:avLst/>
          </a:prstGeom>
          <a:solidFill>
            <a:srgbClr val="E9E7DE"/>
          </a:solidFill>
          <a:ln w="12700">
            <a:solidFill>
              <a:srgbClr val="E9E7D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065776" y="84033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79A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见面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472684" y="8613648"/>
            <a:ext cx="960120" cy="960120"/>
          </a:xfrm>
          <a:prstGeom prst="rect">
            <a:avLst/>
          </a:prstGeom>
          <a:solidFill>
            <a:srgbClr val="F4F2EC"/>
          </a:solidFill>
          <a:ln w="9525">
            <a:solidFill>
              <a:srgbClr val="C79A3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472684" y="89885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［微信</a:t>
            </a:r>
            <a:endParaRPr lang="en-US" sz="6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二维码］</a:t>
            </a:r>
            <a:endParaRPr lang="en-US" sz="650" dirty="0"/>
          </a:p>
        </p:txBody>
      </p:sp>
      <p:sp>
        <p:nvSpPr>
          <p:cNvPr id="60" name="Text 58"/>
          <p:cNvSpPr txBox="1"/>
          <p:nvPr/>
        </p:nvSpPr>
        <p:spPr>
          <a:xfrm>
            <a:off x="5065776" y="96469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E3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微信</a:t>
            </a:r>
            <a:endParaRPr lang="en-US" sz="880" dirty="0"/>
          </a:p>
        </p:txBody>
      </p:sp>
      <p:sp>
        <p:nvSpPr>
          <p:cNvPr id="61" name="Text 59"/>
          <p:cNvSpPr txBox="1"/>
          <p:nvPr/>
        </p:nvSpPr>
        <p:spPr>
          <a:xfrm>
            <a:off x="5495544" y="9646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［填入微信号］</a:t>
            </a:r>
            <a:endParaRPr lang="en-US" sz="880" dirty="0"/>
          </a:p>
        </p:txBody>
      </p:sp>
      <p:sp>
        <p:nvSpPr>
          <p:cNvPr id="62" name="Text 60"/>
          <p:cNvSpPr txBox="1"/>
          <p:nvPr/>
        </p:nvSpPr>
        <p:spPr>
          <a:xfrm>
            <a:off x="5065776" y="98206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E3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邮箱</a:t>
            </a:r>
            <a:endParaRPr lang="en-US" sz="880" dirty="0"/>
          </a:p>
        </p:txBody>
      </p:sp>
      <p:sp>
        <p:nvSpPr>
          <p:cNvPr id="63" name="Text 61"/>
          <p:cNvSpPr txBox="1"/>
          <p:nvPr/>
        </p:nvSpPr>
        <p:spPr>
          <a:xfrm>
            <a:off x="5495544" y="98206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A5F4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［填入邮箱］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0" y="10195560"/>
            <a:ext cx="7562088" cy="493776"/>
          </a:xfrm>
          <a:prstGeom prst="rect">
            <a:avLst/>
          </a:prstGeom>
          <a:solidFill>
            <a:srgbClr val="1E3227"/>
          </a:solidFill>
          <a:ln w="12700">
            <a:solidFill>
              <a:srgbClr val="1E322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48640" y="10351008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20" kern="0" dirty="0">
                <a:solidFill>
                  <a:srgbClr val="C79A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上海首店 · 诚邀餐饮主理人合伙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4572000" y="10351008"/>
            <a:ext cx="2441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20" kern="0" dirty="0">
                <a:solidFill>
                  <a:srgbClr val="D6D9D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上海 · 可线下面谈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上海首店 · 诚邀餐饮主理人合伙</dc:title>
  <dc:subject>PptxGenJS Presentation</dc:subject>
  <dc:creator>话题餐桌</dc:creator>
  <cp:lastModifiedBy>话题餐桌</cp:lastModifiedBy>
  <cp:revision>1</cp:revision>
  <dcterms:created xsi:type="dcterms:W3CDTF">2026-09-12T16:36:11Z</dcterms:created>
  <dcterms:modified xsi:type="dcterms:W3CDTF">2026-09-12T16:36:11Z</dcterms:modified>
</cp:coreProperties>
</file>