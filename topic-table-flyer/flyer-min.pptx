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A4 竖版单页招募单(左右两栏版)。需要发起人自行替换的内容:
1) 右栏两张头像卡:在灰色圆形上右键 →「替换图片」换成照片(圆形裁切与金环会保留),再改［姓名］;
2) 联系卡的灰色方块同样右键「替换图片」换成微信二维码,再填［填入微信号］［填入邮箱］;
3) 品牌名(目前全页未出现,可加在页首小字或页尾)。
配色:深墨绿 1E3227 / 纸色 F4F2EC / 卡片 E9E7DE / 金 C79A3E。字体只用思源宋体与思源黑体。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image" Target="../media/image-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2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562088" cy="2240280"/>
          </a:xfrm>
          <a:prstGeom prst="rect">
            <a:avLst/>
          </a:prstGeom>
          <a:solidFill>
            <a:srgbClr val="1E3227"/>
          </a:solidFill>
          <a:ln w="12700">
            <a:solidFill>
              <a:srgbClr val="1E322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502920"/>
            <a:ext cx="646480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24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上海首店 · 诚邀餐饮主理人合伙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86384"/>
            <a:ext cx="45720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2600" b="1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不是一家新的餐厅,</a:t>
            </a:r>
            <a:endParaRPr lang="en-US" sz="26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2600" b="1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而是一种新的餐厅.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892808"/>
            <a:ext cx="502920" cy="10973"/>
          </a:xfrm>
          <a:prstGeom prst="rect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07008" y="1833372"/>
            <a:ext cx="1828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40" kern="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 · 2026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5916168" y="676656"/>
            <a:ext cx="877824" cy="877824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07074" y="628650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687172" y="848106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87172" y="1287018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07074" y="1506474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26976" y="1287018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926976" y="848106"/>
            <a:ext cx="96012" cy="96012"/>
          </a:xfrm>
          <a:prstGeom prst="ellipse">
            <a:avLst/>
          </a:prstGeom>
          <a:solidFill>
            <a:srgbClr val="C79A3E"/>
          </a:solidFill>
          <a:ln w="3175">
            <a:solidFill>
              <a:srgbClr val="C79A3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51281" y="1064768"/>
            <a:ext cx="807598" cy="15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4F2EC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六人一桌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560320"/>
            <a:ext cx="4069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你好,同在上海的你!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96265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以兴趣话题为纽带,连接城市里的个人。</a:t>
            </a:r>
            <a:endParaRPr lang="en-US" sz="102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告别屏幕,重建真诚有趣的面对面陌生人社交。</a:t>
            </a:r>
            <a:endParaRPr lang="en-US" sz="102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1363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这对门店意味着什么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4411980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2376" y="43525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固定的出餐结构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2670048" y="4411980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843784" y="4352544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可预测的上座情况</a:t>
            </a:r>
            <a:endParaRPr lang="en-US" sz="1080" dirty="0"/>
          </a:p>
        </p:txBody>
      </p:sp>
      <p:sp>
        <p:nvSpPr>
          <p:cNvPr id="22" name="Shape 20"/>
          <p:cNvSpPr/>
          <p:nvPr/>
        </p:nvSpPr>
        <p:spPr>
          <a:xfrm>
            <a:off x="548640" y="4796028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2376" y="47365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以内容为导向的客流</a:t>
            </a:r>
            <a:endParaRPr lang="en-US" sz="1080" dirty="0"/>
          </a:p>
        </p:txBody>
      </p:sp>
      <p:sp>
        <p:nvSpPr>
          <p:cNvPr id="24" name="Shape 22"/>
          <p:cNvSpPr/>
          <p:nvPr/>
        </p:nvSpPr>
        <p:spPr>
          <a:xfrm>
            <a:off x="2670048" y="4796028"/>
            <a:ext cx="77724" cy="77724"/>
          </a:xfrm>
          <a:prstGeom prst="ellipse">
            <a:avLst/>
          </a:prstGeom>
          <a:solidFill>
            <a:srgbClr val="C79A3E"/>
          </a:solidFill>
          <a:ln w="12700">
            <a:solidFill>
              <a:srgbClr val="C79A3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2843784" y="4736592"/>
            <a:ext cx="1874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b="1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可扩张的商业模式</a:t>
            </a:r>
            <a:endParaRPr lang="en-US" sz="108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468112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我们在找的人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5797296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2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一位有实际开店经验的餐饮主理人,与我们共同落地第一家店。您负责餐饮的基础设施,我们负责将这家餐厅变得独一无二。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548640" y="6345936"/>
            <a:ext cx="1938528" cy="1517904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2376" y="6473952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门店</a:t>
            </a:r>
            <a:endParaRPr lang="en-US" sz="750" dirty="0"/>
          </a:p>
        </p:txBody>
      </p:sp>
      <p:sp>
        <p:nvSpPr>
          <p:cNvPr id="30" name="Text 28"/>
          <p:cNvSpPr txBox="1"/>
          <p:nvPr/>
        </p:nvSpPr>
        <p:spPr>
          <a:xfrm>
            <a:off x="722376" y="6647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主理人负责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6967728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餐厅资质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2376" y="7182612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厨师团队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722376" y="7397496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餐食供应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679192" y="6345936"/>
            <a:ext cx="1938528" cy="1517904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852928" y="6473952"/>
            <a:ext cx="12801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场景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2852928" y="6647688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我们负责</a:t>
            </a:r>
            <a:endParaRPr lang="en-US" sz="1150" dirty="0"/>
          </a:p>
        </p:txBody>
      </p:sp>
      <p:sp>
        <p:nvSpPr>
          <p:cNvPr id="37" name="Text 35"/>
          <p:cNvSpPr txBox="1"/>
          <p:nvPr/>
        </p:nvSpPr>
        <p:spPr>
          <a:xfrm>
            <a:off x="2852928" y="6967728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品牌、内容与传播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2852928" y="7182612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话题策划与选座系统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2852928" y="7397496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预订、会员与社群运营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2852928" y="7612380"/>
            <a:ext cx="1627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buSzPct val="100000"/>
              <a:buChar char="•"/>
            </a:pPr>
            <a:r>
              <a:rPr lang="en-US" sz="90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空间叙事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548640" y="9400032"/>
            <a:ext cx="4069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第一步,只是坐下来聊一小时:</a:t>
            </a:r>
            <a:endParaRPr lang="en-US" sz="1350" dirty="0"/>
          </a:p>
          <a:p>
            <a:pPr indent="0" marL="0">
              <a:lnSpc>
                <a:spcPct val="124000"/>
              </a:lnSpc>
              <a:buNone/>
            </a:pPr>
            <a:r>
              <a:rPr lang="en-US" sz="1350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不谈合同,先谈这家店该长什么样。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4892040" y="2560320"/>
            <a:ext cx="2121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关于发起人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4892040" y="2944368"/>
            <a:ext cx="2121408" cy="1188720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pic>
        <p:nvPicPr>
          <p:cNvPr id="44" name="Image 0" descr="/home/user/AA222_Final_Project/topic-table-flyer/placehol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3136392"/>
            <a:ext cx="804672" cy="804672"/>
          </a:xfrm>
          <a:prstGeom prst="ellipse">
            <a:avLst/>
          </a:prstGeom>
        </p:spPr>
      </p:pic>
      <p:sp>
        <p:nvSpPr>
          <p:cNvPr id="45" name="Shape 42"/>
          <p:cNvSpPr/>
          <p:nvPr/>
        </p:nvSpPr>
        <p:spPr>
          <a:xfrm>
            <a:off x="5047488" y="3136392"/>
            <a:ext cx="804672" cy="804672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5934456" y="3236976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［姓名］</a:t>
            </a:r>
            <a:endParaRPr lang="en-US" sz="1200" dirty="0"/>
          </a:p>
        </p:txBody>
      </p:sp>
      <p:sp>
        <p:nvSpPr>
          <p:cNvPr id="47" name="Text 44"/>
          <p:cNvSpPr txBox="1"/>
          <p:nvPr/>
        </p:nvSpPr>
        <p:spPr>
          <a:xfrm>
            <a:off x="5934456" y="3493008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spc="16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哈佛大学</a:t>
            </a:r>
            <a:endParaRPr lang="en-US" sz="740" dirty="0"/>
          </a:p>
        </p:txBody>
      </p:sp>
      <p:sp>
        <p:nvSpPr>
          <p:cNvPr id="48" name="Text 45"/>
          <p:cNvSpPr txBox="1"/>
          <p:nvPr/>
        </p:nvSpPr>
        <p:spPr>
          <a:xfrm>
            <a:off x="5934456" y="367588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产品与工程</a:t>
            </a:r>
            <a:endParaRPr lang="en-US" sz="880" dirty="0"/>
          </a:p>
        </p:txBody>
      </p:sp>
      <p:sp>
        <p:nvSpPr>
          <p:cNvPr id="49" name="Shape 46"/>
          <p:cNvSpPr/>
          <p:nvPr/>
        </p:nvSpPr>
        <p:spPr>
          <a:xfrm>
            <a:off x="4892040" y="4279392"/>
            <a:ext cx="2121408" cy="1188720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pic>
        <p:nvPicPr>
          <p:cNvPr id="50" name="Image 1" descr="/home/user/AA222_Final_Project/topic-table-flyer/placehold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7488" y="4471416"/>
            <a:ext cx="804672" cy="804672"/>
          </a:xfrm>
          <a:prstGeom prst="ellipse">
            <a:avLst/>
          </a:prstGeom>
        </p:spPr>
      </p:pic>
      <p:sp>
        <p:nvSpPr>
          <p:cNvPr id="51" name="Shape 47"/>
          <p:cNvSpPr/>
          <p:nvPr/>
        </p:nvSpPr>
        <p:spPr>
          <a:xfrm>
            <a:off x="5047488" y="4471416"/>
            <a:ext cx="804672" cy="804672"/>
          </a:xfrm>
          <a:prstGeom prst="ellipse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5934456" y="4572000"/>
            <a:ext cx="9326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3227"/>
                </a:solidFill>
                <a:latin typeface="Noto Serif SC" pitchFamily="34" charset="0"/>
                <a:ea typeface="Noto Serif SC" pitchFamily="34" charset="-122"/>
                <a:cs typeface="Noto Serif SC" pitchFamily="34" charset="-120"/>
              </a:rPr>
              <a:t>［姓名］</a:t>
            </a:r>
            <a:endParaRPr lang="en-US" sz="1200" dirty="0"/>
          </a:p>
        </p:txBody>
      </p:sp>
      <p:sp>
        <p:nvSpPr>
          <p:cNvPr id="53" name="Text 49"/>
          <p:cNvSpPr txBox="1"/>
          <p:nvPr/>
        </p:nvSpPr>
        <p:spPr>
          <a:xfrm>
            <a:off x="5934456" y="4828032"/>
            <a:ext cx="9326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40" spc="16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斯坦福大学</a:t>
            </a:r>
            <a:endParaRPr lang="en-US" sz="740" dirty="0"/>
          </a:p>
        </p:txBody>
      </p:sp>
      <p:sp>
        <p:nvSpPr>
          <p:cNvPr id="54" name="Text 50"/>
          <p:cNvSpPr txBox="1"/>
          <p:nvPr/>
        </p:nvSpPr>
        <p:spPr>
          <a:xfrm>
            <a:off x="5934456" y="501091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品牌与内容</a:t>
            </a:r>
            <a:endParaRPr lang="en-US" sz="880" dirty="0"/>
          </a:p>
        </p:txBody>
      </p:sp>
      <p:sp>
        <p:nvSpPr>
          <p:cNvPr id="55" name="Text 51"/>
          <p:cNvSpPr txBox="1"/>
          <p:nvPr/>
        </p:nvSpPr>
        <p:spPr>
          <a:xfrm>
            <a:off x="4892040" y="5614416"/>
            <a:ext cx="21214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88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开店的事我们没做过,也不打算假装做过。我们能带来的是内容、话题,和把人聚到同一张桌子上的方法。剩下的,需要一位真正懂店的人。</a:t>
            </a:r>
            <a:endParaRPr lang="en-US" sz="880" dirty="0"/>
          </a:p>
        </p:txBody>
      </p:sp>
      <p:sp>
        <p:nvSpPr>
          <p:cNvPr id="56" name="Shape 52"/>
          <p:cNvSpPr/>
          <p:nvPr/>
        </p:nvSpPr>
        <p:spPr>
          <a:xfrm>
            <a:off x="4892040" y="8275320"/>
            <a:ext cx="2121408" cy="1737360"/>
          </a:xfrm>
          <a:prstGeom prst="rect">
            <a:avLst/>
          </a:prstGeom>
          <a:solidFill>
            <a:srgbClr val="E9E7DE"/>
          </a:solidFill>
          <a:ln w="12700">
            <a:solidFill>
              <a:srgbClr val="E9E7DE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5065776" y="8403336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0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见面</a:t>
            </a:r>
            <a:endParaRPr lang="en-US" sz="750" dirty="0"/>
          </a:p>
        </p:txBody>
      </p:sp>
      <p:pic>
        <p:nvPicPr>
          <p:cNvPr id="58" name="Image 2" descr="/home/user/AA222_Final_Project/topic-table-flyer/placehold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72684" y="8613648"/>
            <a:ext cx="960120" cy="960120"/>
          </a:xfrm>
          <a:prstGeom prst="rect">
            <a:avLst/>
          </a:prstGeom>
        </p:spPr>
      </p:pic>
      <p:sp>
        <p:nvSpPr>
          <p:cNvPr id="59" name="Shape 54"/>
          <p:cNvSpPr/>
          <p:nvPr/>
        </p:nvSpPr>
        <p:spPr>
          <a:xfrm>
            <a:off x="5472684" y="8613648"/>
            <a:ext cx="960120" cy="960120"/>
          </a:xfrm>
          <a:prstGeom prst="rect">
            <a:avLst/>
          </a:prstGeom>
          <a:ln w="9525">
            <a:solidFill>
              <a:srgbClr val="C79A3E"/>
            </a:solidFill>
            <a:prstDash val="solid"/>
          </a:ln>
        </p:spPr>
      </p:sp>
      <p:sp>
        <p:nvSpPr>
          <p:cNvPr id="60" name="Text 55"/>
          <p:cNvSpPr txBox="1"/>
          <p:nvPr/>
        </p:nvSpPr>
        <p:spPr>
          <a:xfrm>
            <a:off x="5065776" y="9646920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微信</a:t>
            </a:r>
            <a:endParaRPr lang="en-US" sz="880" dirty="0"/>
          </a:p>
        </p:txBody>
      </p:sp>
      <p:sp>
        <p:nvSpPr>
          <p:cNvPr id="61" name="Text 56"/>
          <p:cNvSpPr txBox="1"/>
          <p:nvPr/>
        </p:nvSpPr>
        <p:spPr>
          <a:xfrm>
            <a:off x="5495544" y="964692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［填入微信号］</a:t>
            </a:r>
            <a:endParaRPr lang="en-US" sz="880" dirty="0"/>
          </a:p>
        </p:txBody>
      </p:sp>
      <p:sp>
        <p:nvSpPr>
          <p:cNvPr id="62" name="Text 57"/>
          <p:cNvSpPr txBox="1"/>
          <p:nvPr/>
        </p:nvSpPr>
        <p:spPr>
          <a:xfrm>
            <a:off x="5065776" y="9820656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1E3227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邮箱</a:t>
            </a:r>
            <a:endParaRPr lang="en-US" sz="880" dirty="0"/>
          </a:p>
        </p:txBody>
      </p:sp>
      <p:sp>
        <p:nvSpPr>
          <p:cNvPr id="63" name="Text 58"/>
          <p:cNvSpPr txBox="1"/>
          <p:nvPr/>
        </p:nvSpPr>
        <p:spPr>
          <a:xfrm>
            <a:off x="5495544" y="9820656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4A5F4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［填入邮箱］</a:t>
            </a:r>
            <a:endParaRPr lang="en-US" sz="880" dirty="0"/>
          </a:p>
        </p:txBody>
      </p:sp>
      <p:sp>
        <p:nvSpPr>
          <p:cNvPr id="64" name="Shape 59"/>
          <p:cNvSpPr/>
          <p:nvPr/>
        </p:nvSpPr>
        <p:spPr>
          <a:xfrm>
            <a:off x="0" y="10195560"/>
            <a:ext cx="7562088" cy="493776"/>
          </a:xfrm>
          <a:prstGeom prst="rect">
            <a:avLst/>
          </a:prstGeom>
          <a:solidFill>
            <a:srgbClr val="1E3227"/>
          </a:solidFill>
          <a:ln w="12700">
            <a:solidFill>
              <a:srgbClr val="1E3227"/>
            </a:solidFill>
            <a:prstDash val="solid"/>
          </a:ln>
        </p:spPr>
      </p:sp>
      <p:sp>
        <p:nvSpPr>
          <p:cNvPr id="65" name="Text 60"/>
          <p:cNvSpPr txBox="1"/>
          <p:nvPr/>
        </p:nvSpPr>
        <p:spPr>
          <a:xfrm>
            <a:off x="548640" y="10351008"/>
            <a:ext cx="41148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220" kern="0" dirty="0">
                <a:solidFill>
                  <a:srgbClr val="C79A3E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上海首店 · 诚邀餐饮主理人合伙</a:t>
            </a:r>
            <a:endParaRPr lang="en-US" sz="750" dirty="0"/>
          </a:p>
        </p:txBody>
      </p:sp>
      <p:sp>
        <p:nvSpPr>
          <p:cNvPr id="66" name="Text 61"/>
          <p:cNvSpPr txBox="1"/>
          <p:nvPr/>
        </p:nvSpPr>
        <p:spPr>
          <a:xfrm>
            <a:off x="4572000" y="10351008"/>
            <a:ext cx="2441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50" spc="120" kern="0" dirty="0">
                <a:solidFill>
                  <a:srgbClr val="D6D9D1"/>
                </a:solidFill>
                <a:latin typeface="Noto Sans SC" pitchFamily="34" charset="0"/>
                <a:ea typeface="Noto Sans SC" pitchFamily="34" charset="-122"/>
                <a:cs typeface="Noto Sans SC" pitchFamily="34" charset="-120"/>
              </a:rPr>
              <a:t>上海 · 可线下面谈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上海首店 · 诚邀餐饮主理人合伙</dc:title>
  <dc:subject>PptxGenJS Presentation</dc:subject>
  <dc:creator>话题餐桌</dc:creator>
  <cp:lastModifiedBy>话题餐桌</cp:lastModifiedBy>
  <cp:revision>1</cp:revision>
  <dcterms:created xsi:type="dcterms:W3CDTF">2026-09-13T00:32:22Z</dcterms:created>
  <dcterms:modified xsi:type="dcterms:W3CDTF">2026-09-13T00:32:22Z</dcterms:modified>
</cp:coreProperties>
</file>