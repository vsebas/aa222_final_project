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A4 竖版单页招募单。需要发起人自行替换的内容:
1) 右下角联系卡的［填入微信号］［填入邮箱］;
2) 品牌名(目前全页未出现,可加在页首小字或页尾);
3) 菜系方向与客单价、目标商圈/面积、股权结构可谈范围、首店时间表 —— 这些当前刻意未写,面谈时再谈。
文案为定稿文案,请勿改写。配色:深墨绿 1E3227 / 纸色 F4F2EC / 卡片 E9E7DE / 金 C79A3E。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2194560"/>
          </a:xfrm>
          <a:prstGeom prst="rect">
            <a:avLst/>
          </a:prstGeom>
          <a:solidFill>
            <a:srgbClr val="1E3227"/>
          </a:solidFill>
          <a:ln w="12700">
            <a:solidFill>
              <a:srgbClr val="1E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64648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4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上海首店 · 诚邀餐饮主理人合伙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9224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不是一家新的餐厅,</a:t>
            </a:r>
            <a:endParaRPr lang="en-US" sz="2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2800" b="1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而是一种新的餐厅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00784"/>
            <a:ext cx="4480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一张桌子,六个人,一个当晚的话题。我们把一顿饭重新组织了一遍。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975104"/>
            <a:ext cx="502920" cy="10973"/>
          </a:xfrm>
          <a:prstGeom prst="rect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07008" y="1915668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 · 2026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852160" y="640080"/>
            <a:ext cx="950976" cy="950976"/>
          </a:xfrm>
          <a:prstGeom prst="ellipse">
            <a:avLst/>
          </a:prstGeom>
          <a:ln w="9525">
            <a:solidFill>
              <a:srgbClr val="C79A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75070" y="587502"/>
            <a:ext cx="105156" cy="105156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86843" y="825246"/>
            <a:ext cx="105156" cy="105156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686843" y="1300734"/>
            <a:ext cx="105156" cy="105156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5070" y="1538478"/>
            <a:ext cx="105156" cy="105156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63297" y="1300734"/>
            <a:ext cx="105156" cy="105156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63297" y="825246"/>
            <a:ext cx="105156" cy="105156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90199" y="1061593"/>
            <a:ext cx="874898" cy="162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六人一桌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41401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我们在做什么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270662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城市里的年轻人不缺饭局,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缺的是一场能认真说话的饭。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227832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一桌一个话题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15284"/>
            <a:ext cx="4480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每周的话题由我们策划、提前公布。客人为了谈什么而来。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630168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以座位为单位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3817620"/>
            <a:ext cx="4480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六人一桌,单座预订。一个人也可以来。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032504"/>
            <a:ext cx="4480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常客长在关系上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4219956"/>
            <a:ext cx="44805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在一张桌上谈得投机的人,会为了下一场再来。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230368" y="2642616"/>
            <a:ext cx="1783080" cy="1700784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10428" y="2715768"/>
            <a:ext cx="822960" cy="822960"/>
          </a:xfrm>
          <a:prstGeom prst="ellipse">
            <a:avLst/>
          </a:prstGeom>
          <a:ln w="9525">
            <a:solidFill>
              <a:srgbClr val="C79A3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76188" y="2670048"/>
            <a:ext cx="91440" cy="9144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32530" y="2875788"/>
            <a:ext cx="91440" cy="9144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32530" y="3287268"/>
            <a:ext cx="91440" cy="9144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76188" y="3493008"/>
            <a:ext cx="91440" cy="9144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719846" y="3287268"/>
            <a:ext cx="91440" cy="9144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719846" y="2875788"/>
            <a:ext cx="91440" cy="9144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743346" y="3079623"/>
            <a:ext cx="757123" cy="1501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今晚的话题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5413248" y="3849624"/>
            <a:ext cx="1444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话题提前公布,客人按兴趣选座。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4617720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这对门店意味着什么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4910328"/>
            <a:ext cx="6464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一个正常开店的人会先问的四件事。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5255971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13232" y="5202936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出餐结构是固定的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713232" y="5390388"/>
            <a:ext cx="2971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菜单收得很窄,后厨不必应付一张长菜单。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858768" y="5255971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023360" y="5202936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上座是可预测的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023360" y="5390388"/>
            <a:ext cx="2971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按座位预订,当晚坐多少人在开门前就知道。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694883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13232" y="564184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客流由内容带来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713232" y="5829300"/>
            <a:ext cx="2971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话题和社群由我们运营,门店不必自己去买流量。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858768" y="5694883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023360" y="5641848"/>
            <a:ext cx="2971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跑通了可以复制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4023360" y="5829300"/>
            <a:ext cx="2971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首店验证之后,同一套模型能开第二家、第三家。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62270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我们在找的人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519672"/>
            <a:ext cx="64648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一位有实际开店经验的餐饮主理人,与我们共同落地第一家店。开店的专业交给你,我们负责把对的人和对的话题带进来。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48640" y="6940296"/>
            <a:ext cx="3108960" cy="950976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31520" y="705916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门店</a:t>
            </a:r>
            <a:endParaRPr lang="en-US" sz="750" dirty="0"/>
          </a:p>
        </p:txBody>
      </p:sp>
      <p:sp>
        <p:nvSpPr>
          <p:cNvPr id="52" name="Text 50"/>
          <p:cNvSpPr txBox="1"/>
          <p:nvPr/>
        </p:nvSpPr>
        <p:spPr>
          <a:xfrm>
            <a:off x="731520" y="7223760"/>
            <a:ext cx="2377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主理人负责</a:t>
            </a:r>
            <a:endParaRPr lang="en-US" sz="1150" dirty="0"/>
          </a:p>
        </p:txBody>
      </p:sp>
      <p:sp>
        <p:nvSpPr>
          <p:cNvPr id="53" name="Text 51"/>
          <p:cNvSpPr txBox="1"/>
          <p:nvPr/>
        </p:nvSpPr>
        <p:spPr>
          <a:xfrm>
            <a:off x="731520" y="747064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选址、筹建与证照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2157984" y="747064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后厨、出品与菜单落地</a:t>
            </a:r>
            <a:endParaRPr lang="en-US" sz="850" dirty="0"/>
          </a:p>
        </p:txBody>
      </p:sp>
      <p:sp>
        <p:nvSpPr>
          <p:cNvPr id="55" name="Text 53"/>
          <p:cNvSpPr txBox="1"/>
          <p:nvPr/>
        </p:nvSpPr>
        <p:spPr>
          <a:xfrm>
            <a:off x="731520" y="765352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成本结构与供应链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2157984" y="765352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日常运营与团队管理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3904488" y="6940296"/>
            <a:ext cx="3108960" cy="950976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4087368" y="7059168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</a:t>
            </a:r>
            <a:endParaRPr lang="en-US" sz="750" dirty="0"/>
          </a:p>
        </p:txBody>
      </p:sp>
      <p:sp>
        <p:nvSpPr>
          <p:cNvPr id="59" name="Text 57"/>
          <p:cNvSpPr txBox="1"/>
          <p:nvPr/>
        </p:nvSpPr>
        <p:spPr>
          <a:xfrm>
            <a:off x="4087368" y="7223760"/>
            <a:ext cx="23774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我们负责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4087368" y="747064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品牌、内容与传播</a:t>
            </a:r>
            <a:endParaRPr lang="en-US" sz="850" dirty="0"/>
          </a:p>
        </p:txBody>
      </p:sp>
      <p:sp>
        <p:nvSpPr>
          <p:cNvPr id="61" name="Text 59"/>
          <p:cNvSpPr txBox="1"/>
          <p:nvPr/>
        </p:nvSpPr>
        <p:spPr>
          <a:xfrm>
            <a:off x="5513832" y="747064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话题策划与选座系统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4087368" y="765352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预订、会员与社群运营</a:t>
            </a:r>
            <a:endParaRPr lang="en-US" sz="850" dirty="0"/>
          </a:p>
        </p:txBody>
      </p:sp>
      <p:sp>
        <p:nvSpPr>
          <p:cNvPr id="63" name="Text 61"/>
          <p:cNvSpPr txBox="1"/>
          <p:nvPr/>
        </p:nvSpPr>
        <p:spPr>
          <a:xfrm>
            <a:off x="5513832" y="7653528"/>
            <a:ext cx="138988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空间叙事与融资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548640" y="8001000"/>
            <a:ext cx="6464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合作方式:股权合伙,具体结构面谈。第一家店共同署名,验证跑通后按同一模型复制。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0" y="8394192"/>
            <a:ext cx="7562088" cy="2295144"/>
          </a:xfrm>
          <a:prstGeom prst="rect">
            <a:avLst/>
          </a:prstGeom>
          <a:solidFill>
            <a:srgbClr val="1E3227"/>
          </a:solidFill>
          <a:ln w="12700">
            <a:solidFill>
              <a:srgbClr val="1E3227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548640" y="859536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关于发起人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548640" y="8887968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两位毕业于哈佛大学与斯坦福大学的发起人。一人来自产品与工程,一人来自品牌与内容,过去几年做的都是与“人如何相遇”有关的事。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48640" y="9272016"/>
            <a:ext cx="4370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开店的事我们没做过,也不打算假装做过。我们能带来的是内容、话题,和把人聚到同一张桌子上的方法。剩下的,需要一位真正懂店的人。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48640" y="9656064"/>
            <a:ext cx="43708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第一步,只是坐下来聊一小时: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不谈合同,先谈这家店该长什么样。</a:t>
            </a:r>
            <a:endParaRPr lang="en-US" sz="1150" dirty="0"/>
          </a:p>
        </p:txBody>
      </p:sp>
      <p:sp>
        <p:nvSpPr>
          <p:cNvPr id="70" name="Text 68"/>
          <p:cNvSpPr txBox="1"/>
          <p:nvPr/>
        </p:nvSpPr>
        <p:spPr>
          <a:xfrm>
            <a:off x="548640" y="10113264"/>
            <a:ext cx="45720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上海首店 · 诚邀餐饮主理人合伙</a:t>
            </a:r>
            <a:endParaRPr lang="en-US" sz="750" dirty="0"/>
          </a:p>
        </p:txBody>
      </p:sp>
      <p:sp>
        <p:nvSpPr>
          <p:cNvPr id="71" name="Shape 69"/>
          <p:cNvSpPr/>
          <p:nvPr/>
        </p:nvSpPr>
        <p:spPr>
          <a:xfrm>
            <a:off x="5074920" y="8577072"/>
            <a:ext cx="1938528" cy="1645920"/>
          </a:xfrm>
          <a:prstGeom prst="rect">
            <a:avLst/>
          </a:prstGeom>
          <a:ln w="9525">
            <a:solidFill>
              <a:srgbClr val="C79A3E">
                <a:alpha val="5500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751576" y="8714232"/>
            <a:ext cx="585216" cy="585216"/>
          </a:xfrm>
          <a:prstGeom prst="ellipse">
            <a:avLst/>
          </a:prstGeom>
          <a:ln w="9525">
            <a:solidFill>
              <a:srgbClr val="C79A3E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009894" y="8679942"/>
            <a:ext cx="68580" cy="6858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263293" y="8826246"/>
            <a:ext cx="68580" cy="6858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63293" y="9118854"/>
            <a:ext cx="68580" cy="6858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09894" y="9265158"/>
            <a:ext cx="68580" cy="6858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56495" y="9118854"/>
            <a:ext cx="68580" cy="6858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5756495" y="8826246"/>
            <a:ext cx="68580" cy="68580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5774985" y="8965565"/>
            <a:ext cx="538399" cy="13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见面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5248656" y="94548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微信</a:t>
            </a:r>
            <a:endParaRPr lang="en-US" sz="800" dirty="0"/>
          </a:p>
        </p:txBody>
      </p:sp>
      <p:sp>
        <p:nvSpPr>
          <p:cNvPr id="81" name="Text 79"/>
          <p:cNvSpPr txBox="1"/>
          <p:nvPr/>
        </p:nvSpPr>
        <p:spPr>
          <a:xfrm>
            <a:off x="5705856" y="9454896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［填入微信号］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5248656" y="966520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邮箱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5705856" y="9665208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［填入邮箱］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248656" y="987552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地点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5705856" y="9875520"/>
            <a:ext cx="1207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 · 可线下面谈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上海首店 · 诚邀餐饮主理人合伙</dc:title>
  <dc:subject>PptxGenJS Presentation</dc:subject>
  <dc:creator>话题餐桌</dc:creator>
  <cp:lastModifiedBy>话题餐桌</cp:lastModifiedBy>
  <cp:revision>1</cp:revision>
  <dcterms:created xsi:type="dcterms:W3CDTF">2026-09-12T09:34:47Z</dcterms:created>
  <dcterms:modified xsi:type="dcterms:W3CDTF">2026-09-12T09:34:47Z</dcterms:modified>
</cp:coreProperties>
</file>